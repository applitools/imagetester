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ogTfZQLrnGht0YrnWtswF85Is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c5b8807c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cc5b8807c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cc5b8807c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D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9144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Contributing 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documentation-tutorials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github.com/applitools/documentation-tutorials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0" y="4114800"/>
            <a:ext cx="2743200" cy="18288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Local Setup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solidFill>
            <a:srgbClr val="2B2D42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914400" y="1234440"/>
            <a:ext cx="73152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# Clone the repo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https://github.com/applitools/documentation-tutorials.git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cd documentation-tutorials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# Install dependencies (first time)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npm install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# Start dev server </a:t>
            </a:r>
            <a:endParaRPr sz="1250">
              <a:solidFill>
                <a:srgbClr val="8D99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npm start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# Clear cache if you see stale behavior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npm run clear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Git Workflow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48640" y="1051560"/>
            <a:ext cx="54864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822960" y="10515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Never commit directly to main.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8640" y="2011680"/>
            <a:ext cx="1828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188720" y="2194560"/>
            <a:ext cx="502920" cy="50292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1887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85800" y="2880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Pull latest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85800" y="32461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git checkout main &amp;&amp; git pull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2606040" y="2011680"/>
            <a:ext cx="1828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3246120" y="2194560"/>
            <a:ext cx="502920" cy="50292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32461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743200" y="2880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Branch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743200" y="32461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git checkout -b your-branch-name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663440" y="2011680"/>
            <a:ext cx="1828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303520" y="2194560"/>
            <a:ext cx="502920" cy="50292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3035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800600" y="2880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Push &amp; PR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800600" y="32461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git push -u origin your-branch-name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720840" y="2011680"/>
            <a:ext cx="1828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360920" y="2194560"/>
            <a:ext cx="502920" cy="50292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3609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858000" y="2880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Review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858000" y="32461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Get PR approved before merging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2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Directory 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548640" y="1051560"/>
            <a:ext cx="54864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868680" y="10515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docs/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926080" y="10515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 documentation content — autonomous/, eyes-sdks/, testgenai/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68680" y="19659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sidebars/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926080" y="19659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Sidebar config for Autonomous and TestGenAI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48640" y="2880360"/>
            <a:ext cx="54864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6868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src/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926080" y="28803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React components, styles, and sidebar </a:t>
            </a: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 Eyes</a:t>
            </a: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 Unlikely to need editing for doc contributions </a:t>
            </a: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aside from sidebar</a:t>
            </a: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548640" y="3794760"/>
            <a:ext cx="54864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68680" y="37947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static/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926080" y="37947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Static assets (images, files) copied as-is to the build output. Add images here.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3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Adding a New Page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77240" y="11430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Steps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77240" y="1600200"/>
            <a:ext cx="3383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1.  Create one or more .mdx file</a:t>
            </a:r>
            <a:r>
              <a:rPr lang="en-US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in the correct subdirectory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2.  Update sidebar so </a:t>
            </a:r>
            <a:r>
              <a:rPr lang="en-US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that the new page </a:t>
            </a: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shows up in nav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3.  Verify with npm 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983480" y="11430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Naming Rules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983480" y="1600200"/>
            <a:ext cx="3383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Lowercase with hyphens: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my-new-page.mdx  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76923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MyNewPage.mdx    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File path = URL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Renaming a file changes its URL.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Always add a redirect when moving or d</a:t>
            </a:r>
            <a:r>
              <a:rPr b="1" lang="en-US" sz="13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eleting</a:t>
            </a: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4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Sidebar: Autonomous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File: </a:t>
            </a:r>
            <a:r>
              <a:rPr b="0" i="0" lang="en-US" sz="13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sidebars/autonomous.js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Standard Docusaurus sidebar. Nests categories with doc IDs as path strings.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Adding a page to the REST APIs category: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22960" y="1965960"/>
            <a:ext cx="749808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// sidebars/autonomous.js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type: 'category',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label: 'REST APIs',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link: { type: 'doc', id: 'rest-apis/index' },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items: [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'rest-apis/execute-a-plan-or-test-api',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'rest-apis/get-results-api',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'rest-apis/managing-api-keys',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'rest-apis/ci-integration',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'rest-apis/your-new-page',       </a:t>
            </a:r>
            <a:r>
              <a:rPr b="1"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your-new-page </a:t>
            </a:r>
            <a:r>
              <a:rPr b="1"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would correspond to a file your-new-page.mdx</a:t>
            </a:r>
            <a:r>
              <a:rPr b="1"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],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5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Sidebar: Eyes — Shared Pages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48640" y="100584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822960" y="100584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Eyes does NOT use sidebars/. </a:t>
            </a: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Its sidebar is built at runtime from src/utils/sidebarTemplate.js.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Shared pages (visible for all SDKs) — add to sidebarTemplate: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640" y="2057400"/>
            <a:ext cx="8046720" cy="246888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822960" y="2103120"/>
            <a:ext cx="749808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// src/utils/sidebarTemplate.js → sidebarTemplate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type: 'category',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label: 'Ultrafast Grid',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items: 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type: 'link',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docId: 'eyes/concepts/test-execution/ultrafast-grid',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href: 'eyes/concepts/test-execution/ultrafast-grid',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label: 'Using The Ultrafast Grid',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sdks: ['all'],</a:t>
            </a:r>
            <a:endParaRPr b="0" i="0" sz="1000" u="none" cap="none" strike="noStrike">
              <a:solidFill>
                <a:srgbClr val="06B6D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],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6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Sidebar: Eyes — SDK-Specific Pages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Pages that only appear for a specific SDK go in sdkSpecificArticles: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822960" y="1325880"/>
            <a:ext cx="749808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// src/utils/sidebarTemplate.js → sdkSpecificArticles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export const sdkSpecificArticles =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cypress: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Quickstart: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type: 'link',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docId: 'eyes/sdks/cypress/quickstart',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href: 'eyes/sdks/cypress/quickstart',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label: 'Quickstart',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SDK: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type: 'category',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label: 'Cypress SDK',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  items: [ ... ],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  'playwright-ts-standard': { ...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  'selenium-java': { ...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7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MDX Format &amp; Redirects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MDX Frontmatter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48650" y="1280144"/>
            <a:ext cx="3981000" cy="32004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777250" y="1371600"/>
            <a:ext cx="34746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sidebar_label: 'Short Label'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title: Full Page Title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description: SEO meta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import SomeComponent from '@site/src/components/some-component';</a:t>
            </a:r>
            <a:endParaRPr sz="1100">
              <a:solidFill>
                <a:srgbClr val="8D99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8D99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# Page Heading</a:t>
            </a:r>
            <a:endParaRPr sz="1100">
              <a:solidFill>
                <a:srgbClr val="8D99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8D99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Content here.</a:t>
            </a:r>
            <a:endParaRPr sz="1100">
              <a:solidFill>
                <a:srgbClr val="8D99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8D99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&lt;SomeComponent /&gt;</a:t>
            </a:r>
            <a:endParaRPr sz="1100">
              <a:solidFill>
                <a:srgbClr val="8D99A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Redirects (vercel.json)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754880" y="1280160"/>
            <a:ext cx="3840480" cy="141732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4983480" y="1371600"/>
            <a:ext cx="3383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"source": "/docs/old/path",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"destination": "/docs/new/path",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"permanent":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809800" y="2834650"/>
            <a:ext cx="3785700" cy="230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4791799" y="2834650"/>
            <a:ext cx="18000" cy="23559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5029200" y="2926080"/>
            <a:ext cx="3383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When to add a redirect: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• Page moved to a new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• Page or file renamed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• Page deleted entirely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Always use "permanent": true.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If deleted with no replacement, redirect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the nearest section index page.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8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Quick Checklist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100584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48640" y="1005840"/>
            <a:ext cx="260604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731520" y="118872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New Page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731520" y="173736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Create .mdx in right dir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Add to sidebar config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Verify with npm start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3383280" y="100584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3383280" y="1005840"/>
            <a:ext cx="260604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3566160" y="118872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Moved / Renamed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3566160" y="173736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Move/rename the 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Update sidebar if needed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Add redirect in vercel.json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217920" y="100584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6217920" y="1005840"/>
            <a:ext cx="260604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6400800" y="118872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Delete Page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400800" y="173736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Delete the 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Remove from sidebar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56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☐  Add redirect in vercel.json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9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Docusaurus Resources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repo is built with Docusaurus. Key references for contributors: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48640" y="1508760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548640" y="1508760"/>
            <a:ext cx="54864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868680" y="150876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Docusaurus Docs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68680" y="1874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docusaurus.io/docs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3566160" y="1508760"/>
            <a:ext cx="4846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Full framework documentation </a:t>
            </a: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start here for anything Docusaurus-specific.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548640" y="2331720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548640" y="2331720"/>
            <a:ext cx="54864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868680" y="233172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Creating Pages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868680" y="26974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docusaurus.io/docs/creating-pages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3566160" y="2331720"/>
            <a:ext cx="4846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pages and routing work in Docusaurus.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548640" y="3154680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548640" y="3154680"/>
            <a:ext cx="54864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868680" y="315468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Sidebar 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868680" y="35204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docusaurus.io/docs/sidebar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3566160" y="3154693"/>
            <a:ext cx="4846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Sidebar structure, auto generated sidebars, and customization.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48640" y="3977640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548640" y="3977640"/>
            <a:ext cx="54864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868680" y="39776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MDX &amp; Markdown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868680" y="43434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docusaurus.io/docs/markdown-features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3566160" y="3977640"/>
            <a:ext cx="4846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MDX  features and guide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c5b8807ca_0_1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B2D42"/>
                </a:solidFill>
                <a:latin typeface="Trebuchet MS"/>
                <a:ea typeface="Trebuchet MS"/>
                <a:cs typeface="Trebuchet MS"/>
                <a:sym typeface="Trebuchet MS"/>
              </a:rPr>
              <a:t>See an issue?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cc5b8807ca_0_1"/>
          <p:cNvSpPr/>
          <p:nvPr/>
        </p:nvSpPr>
        <p:spPr>
          <a:xfrm>
            <a:off x="548640" y="96012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If you see an issue, or would like to see something new in the docs, please create a Jira on the Documentation board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cc5b8807ca_0_1"/>
          <p:cNvSpPr/>
          <p:nvPr/>
        </p:nvSpPr>
        <p:spPr>
          <a:xfrm>
            <a:off x="548640" y="1508760"/>
            <a:ext cx="80466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cc5b8807ca_0_1"/>
          <p:cNvSpPr/>
          <p:nvPr/>
        </p:nvSpPr>
        <p:spPr>
          <a:xfrm>
            <a:off x="548640" y="1508760"/>
            <a:ext cx="54900" cy="658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c5b8807ca_0_1"/>
          <p:cNvSpPr/>
          <p:nvPr/>
        </p:nvSpPr>
        <p:spPr>
          <a:xfrm>
            <a:off x="868680" y="1508760"/>
            <a:ext cx="256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lang="en-US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Documentation Jira 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cc5b8807ca_0_1"/>
          <p:cNvSpPr/>
          <p:nvPr/>
        </p:nvSpPr>
        <p:spPr>
          <a:xfrm>
            <a:off x="868680" y="187452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onsola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cc5b8807ca_0_1"/>
          <p:cNvSpPr/>
          <p:nvPr/>
        </p:nvSpPr>
        <p:spPr>
          <a:xfrm>
            <a:off x="3566160" y="1508760"/>
            <a:ext cx="4846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https://applitools.atlassian.net/jira/software/projects/DOC/boards/443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cc5b8807ca_0_1"/>
          <p:cNvSpPr/>
          <p:nvPr/>
        </p:nvSpPr>
        <p:spPr>
          <a:xfrm>
            <a:off x="0" y="47091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 / </a:t>
            </a:r>
            <a:r>
              <a:rPr lang="en-US" sz="9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2026-03-02T21:46:49Z</dcterms:created>
  <dc:creator>Chris</dc:creator>
</cp:coreProperties>
</file>